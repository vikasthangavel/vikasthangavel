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Title Winner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Orange Cap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Orange Cap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Purple  Cap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Purple  Cap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Tournament 6's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Tournament  4's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Runs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 of 6's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 of 4's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Strike Rate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Economy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Average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Bowling SR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Wickets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Matches Win Based on Toss Decision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Matches Win by Result Type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Venue With Result Type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Most Win By a Team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ea6d6b7a-9283-457e-9721-81c0d57ec8dc?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6d16e348e9e24c4a" /><Relationship Type="http://schemas.openxmlformats.org/officeDocument/2006/relationships/slideLayout" Target="/ppt/slideLayouts/slideLayout8.xml" Id="R89866d4fbe714eec" /><Relationship Type="http://schemas.openxmlformats.org/officeDocument/2006/relationships/hyperlink" Target="https://app.powerbi.com/groups/me/reports/ea6d6b7a-9283-457e-9721-81c0d57ec8dc/?pbi_source=PowerPoint" TargetMode="External" Id="RelId0" /><Relationship Type="http://schemas.openxmlformats.org/officeDocument/2006/relationships/image" Target="/ppt/media/image4.png" Id="imgId131809271"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IPL 2008-2024 Dashboard</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2/20/2026 3:11:20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2/20/2026 3:08:18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shape ,slicer ,Title Winner ,shape ,shape ,shape ,shape ,shape ,Orange Cap  ,Orange Cap  ,Purple  Cap  ,Purple  Cap  ,Tournament 6's ,Tournament  4's ,image ,image ,image ,image ,image ,image ,image ,image ,image ,image ,image ,image ,image ,image ,image ,slicer ,shape ,shape ,Total Runs ,No of 6's ,No of 4's ,Strike Rate ,textbox ,image ,Economy ,Average ,Bowling SR ,textbox ,textbox ,image ,slicer ,Wickets ,shape ,Matches Win Based on Toss Decision ,shape ,Matches Win by Result Type ,shape ,Venue With Result Type ,shape ,Most Win By a Team ,textbox.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3180927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1</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